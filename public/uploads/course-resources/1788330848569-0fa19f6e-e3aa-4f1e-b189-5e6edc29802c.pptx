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Title slide introduces end-to-end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Learning goals based on visible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Conceptual flow prepared from the uploaded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Screenshot shows Sales Contracts table with filters and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Screenshot shows New Sales Contract modal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Class demo script for Sales Contract creation.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Screenshot shows Letters of Credit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Screenshot shows LC creation modal and LC Type dropdown.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Comparison derived from LC form options and detail buttons in the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Screenshot shows LC detail summary modal.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Screenshot shows delivery and charge entry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Screenshot shows Amendment and Document entry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Practice tasks created from the workflows visible in the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user-provided Eden Resources ERP screenshots.
Closing checklist for the instructor.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Trade Finance Training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3441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Sales Contracts এবং Letters of Credit (LC)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5852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Instructor deck for student class: screen flow, field meaning, demo script and practice tasks.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1051560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940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Buyer PO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74520" y="2834640"/>
            <a:ext cx="1097280" cy="301752"/>
          </a:xfrm>
          <a:prstGeom prst="roundRect">
            <a:avLst>
              <a:gd name="adj" fmla="val 2424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8940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Contract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2834640"/>
            <a:ext cx="594360" cy="301752"/>
          </a:xfrm>
          <a:prstGeom prst="roundRect">
            <a:avLst>
              <a:gd name="adj" fmla="val 2424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8940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LC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0" y="2834640"/>
            <a:ext cx="1078992" cy="301752"/>
          </a:xfrm>
          <a:prstGeom prst="roundRect">
            <a:avLst>
              <a:gd name="adj" fmla="val 2424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89407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Shipment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2834640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8940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Encash</a:t>
            </a:r>
            <a:endParaRPr lang="en-US" sz="850" dirty="0"/>
          </a:p>
        </p:txBody>
      </p:sp>
      <p:pic>
        <p:nvPicPr>
          <p:cNvPr id="18" name="Image 0" descr="/mnt/data/f7181b4d-36fd-4c4b-92c0-45e79d3d02c2.png">    </p:cNvPr>
          <p:cNvPicPr>
            <a:picLocks noChangeAspect="1"/>
          </p:cNvPicPr>
          <p:nvPr/>
        </p:nvPicPr>
        <p:blipFill>
          <a:blip r:embed="rId1"/>
          <a:srcRect l="27608" r="27608" t="0" b="0"/>
          <a:stretch/>
        </p:blipFill>
        <p:spPr>
          <a:xfrm>
            <a:off x="7269480" y="685800"/>
            <a:ext cx="4343400" cy="4069080"/>
          </a:xfrm>
          <a:prstGeom prst="rect">
            <a:avLst/>
          </a:prstGeom>
        </p:spPr>
      </p:pic>
      <p:pic>
        <p:nvPicPr>
          <p:cNvPr id="19" name="Image 1" descr="/mnt/data/4c40724a-8d82-4ebf-a46b-094154132b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966" y="4892040"/>
            <a:ext cx="3886428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আজকের ক্লাসের লক্ষ্য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শিক্ষার্থীরা যেন পুরো Trade Finance workflow হাতে-কলমে করতে পারে</a:t>
            </a:r>
            <a:endParaRPr lang="en-US" sz="1100" dirty="0"/>
          </a:p>
        </p:txBody>
      </p:sp>
      <p:pic>
        <p:nvPicPr>
          <p:cNvPr id="6" name="Image 0" descr="/mnt/data/4c40724a-8d82-4ebf-a46b-094154132b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3751"/>
            <a:ext cx="5394960" cy="1967458"/>
          </a:xfrm>
          <a:prstGeom prst="rect">
            <a:avLst/>
          </a:prstGeom>
        </p:spPr>
      </p:pic>
      <p:pic>
        <p:nvPicPr>
          <p:cNvPr id="7" name="Image 1" descr="/mnt/data/f7181b4d-36fd-4c4b-92c0-45e79d3d02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5341"/>
            <a:ext cx="5349240" cy="22442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4434840"/>
            <a:ext cx="1078992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Sales Contract list পড়া ও status filter ব্যবহার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New Contract form পূরণ করা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Letter of Credit list পড়া: value, shipped, encashed, ship-by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detail-এ delivery, charge, amendment এবং document add করা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Sight বনাম Usance payment timing বোঝা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Module Map: Order থেকে Cash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Business story আগে বলুন, তারপর screen demo করুন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Buyer PO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67128" y="192024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95144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Sales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31336" y="192024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59352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LC Opened/Advised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95544" y="192024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৪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23560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Shipment / Delivery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59752" y="192024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৫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87768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Docs Submitted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23960" y="192024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51976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Negotiation / Encashment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488168" y="1920240"/>
            <a:ext cx="1298448" cy="960120"/>
          </a:xfrm>
          <a:prstGeom prst="roundRect">
            <a:avLst>
              <a:gd name="adj" fmla="val 7619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88752" y="2075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৭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616184" y="23957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Close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657600"/>
            <a:ext cx="1033272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Sales Contract হলো commercial order record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হলো bank-backed payment record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Delivery/Shipped amount বাড়লে LC progress দেখা যায়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Encashed amount ও bank charges final realization বুঝতে সাহায্য করে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Sales Contracts List পড়া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প্রতিটি row একটি buyer-wise contract</a:t>
            </a:r>
            <a:endParaRPr lang="en-US" sz="1100" dirty="0"/>
          </a:p>
        </p:txBody>
      </p:sp>
      <p:pic>
        <p:nvPicPr>
          <p:cNvPr id="6" name="Image 0" descr="/mnt/data/4c40724a-8d82-4ebf-a46b-094154132b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46084"/>
            <a:ext cx="6675120" cy="24343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Trainer points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1645920"/>
            <a:ext cx="397764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Filter: All / Draft / Confirmed / In Production / Delivered / Closed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Contract #, Customer, Buyer PO — primary identifiers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Value এবং Delivery Date দেখে priority বুঝুন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LCs column দেখে contract-এর সঙ্গে কয়টি LC linked আছে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Start / Delivered action দিয়ে operational progress দেখান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New Sales Contract 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Mandatory field এবং business meaning</a:t>
            </a:r>
            <a:endParaRPr lang="en-US" sz="1100" dirty="0"/>
          </a:p>
        </p:txBody>
      </p:sp>
      <p:pic>
        <p:nvPicPr>
          <p:cNvPr id="6" name="Image 0" descr="/mnt/data/86deeddd-97cc-4c8a-a83e-00ef5efeea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7259"/>
            <a:ext cx="5577840" cy="2994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143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Field meaning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572768"/>
            <a:ext cx="4937760" cy="4343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Customer (Buyer): buyer selection; reporting-এর ভিত্তি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Buyer PO Number: buyer reference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Buyer Style Ref: production/style reference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Master LC Number: LC reference, known হলে দিন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Contract Value + Currency: commercial amount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Delivery Date: commitment date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Commission %: sales commission logic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Description/Notes: special instruction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Sales Contract Demo Script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৫ মিনিটের hands-on flow</a:t>
            </a:r>
            <a:endParaRPr lang="en-US" sz="1100" dirty="0"/>
          </a:p>
        </p:txBody>
      </p:sp>
      <p:pic>
        <p:nvPicPr>
          <p:cNvPr id="6" name="Image 0" descr="/mnt/data/86deeddd-97cc-4c8a-a83e-00ef5efeea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7051"/>
            <a:ext cx="4892040" cy="2626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25880"/>
            <a:ext cx="5440680" cy="3840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Sales Contracts &gt; + New Contract
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Customer select করুন
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Buyer PO, Style Ref, Contract Value লিখুন
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Delivery Date ও Commission % দিন
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Create করুন এবং list-এ নতুন row দেখান
</a:t>
            </a:r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Status filter ব্যবহার করে workflow explain করুন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5577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0440" y="552297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Wrong customer বা wrong delivery date দিলে LC, shipment ও report mismatch হতে পারে।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Letters of Credit List পড়া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LC value, shipped, encashed এবং deadline একসাথে দেখুন</a:t>
            </a:r>
            <a:endParaRPr lang="en-US" sz="1100" dirty="0"/>
          </a:p>
        </p:txBody>
      </p:sp>
      <p:pic>
        <p:nvPicPr>
          <p:cNvPr id="6" name="Image 0" descr="/mnt/data/f7181b4d-36fd-4c4b-92c0-45e79d3d02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02772"/>
            <a:ext cx="6812280" cy="28580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Key columns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1554480"/>
            <a:ext cx="397764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#: detail open করার main link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Type: Sight / Usance terms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Status: opened থেকে encashed/closed পর্যন্ত lifecycle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Value: bank-backed limit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Shipped: delivery/shipment progress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Encashed: realized value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Ship By: shipment deadline / risk date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New Letter of Credit 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LC terms ঠিক না বুঝলে payment timing ভুল হবে</a:t>
            </a:r>
            <a:endParaRPr lang="en-US" sz="1100" dirty="0"/>
          </a:p>
        </p:txBody>
      </p:sp>
      <p:pic>
        <p:nvPicPr>
          <p:cNvPr id="6" name="Image 0" descr="/mnt/data/5ad3b0e8-ee21-465f-af2b-7265c38f6c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65964"/>
            <a:ext cx="5349240" cy="29089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234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Must explain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1645920"/>
            <a:ext cx="516636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Category: Import/Export context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Type: Sight, Usance 30/60/90/120/180, Deferred Payment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Customer (Applicant): buyer/applicant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Value এবং Tolerance %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Issuing Bank এবং Advising Bank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Issue, Latest Shipment, Expiry এবং Maturity dates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Partial Shipment Allowed হলে multiple delivery করা যাবে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Sight বনাম Usance LC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Payment কখন হবে — এই পার্থক্য ছাত্রদের পরিষ্কার করতে হবে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28016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00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Sight LC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420624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Documents bank accept/verify করলে দ্রুত payment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Button: Encashed (Sight)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Cash realization দ্রুত দেখান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46520" y="128016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00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Usance LC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331720"/>
            <a:ext cx="416052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Accepted (Usance) হলে maturity পর্যন্ত wait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Usance 30/60/90/120/180 days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Maturity Date tracking জরুরি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LC Detail: Summary পড়া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এই card দেখেই LC health বোঝা যায়</a:t>
            </a:r>
            <a:endParaRPr lang="en-US" sz="1100" dirty="0"/>
          </a:p>
        </p:txBody>
      </p:sp>
      <p:pic>
        <p:nvPicPr>
          <p:cNvPr id="6" name="Image 0" descr="/mnt/data/e792a813-9466-4302-bdfb-21f54b4207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4884"/>
            <a:ext cx="5943600" cy="3156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Read this first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12280" y="1691640"/>
            <a:ext cx="45720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Status: negotiated / docs submitted / encashed / closed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Value বনাম Shipped: shipment complete কিনা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Encashed: bank থেকে realization কত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Bank Charges: cut/fees কত হয়েছে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Days to Ship negative হলে deadline passed
</a:t>
            </a:r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চারটি subsection: Deliveries, Charges, Amendments, Documents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Delivery এবং Bank Charge Entry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Operational update এখানে করা হয়</a:t>
            </a:r>
            <a:endParaRPr lang="en-US" sz="1100" dirty="0"/>
          </a:p>
        </p:txBody>
      </p:sp>
      <p:pic>
        <p:nvPicPr>
          <p:cNvPr id="6" name="Image 0" descr="/mnt/data/3eb5720e-e238-4b10-97b5-6957d607f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98999"/>
            <a:ext cx="5669280" cy="3077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37960" y="1664208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Date, Quantity, Amount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Challan #, Vehicle, Received By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Add করলে shipped value বাড়ে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0" y="3337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Charge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3703320"/>
            <a:ext cx="47548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Charge Type, Amount, Date, Bank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Bank fees reconciliation-এ কাজে লাগে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Realization বুঝতে charges track করুন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Amendments এবং Documents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LC পরিবর্তন ও document completeness track করুন</a:t>
            </a:r>
            <a:endParaRPr lang="en-US" sz="1100" dirty="0"/>
          </a:p>
        </p:txBody>
      </p:sp>
      <p:pic>
        <p:nvPicPr>
          <p:cNvPr id="6" name="Image 0" descr="/mnt/data/344b5ef5-deb6-4a03-b8d6-5818ae0344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92547"/>
            <a:ext cx="4709160" cy="26614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0644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Amendment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645920"/>
            <a:ext cx="265176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Type select করুন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Charges লিখুন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Old Value এবং New Value রাখুন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Date/value/terms change audit trail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1540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15400" y="1645920"/>
            <a:ext cx="260604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Document Name: Commercial Invoice etc.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Type select করুন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Docs Submitted / Negotiated status explain করুন
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Missing document হলে LC realization delay হতে পারে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Student Practice 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শেষ ২০ মিনিট hands-on কাজ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BDT 800,000 Sales Contract তৈরি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Usance 60 Days LC তৈরি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114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BDT 300,000 Delivery add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123444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BDT 12,000 Bank Charge add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032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Commercial Invoice document add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388620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114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Delivery date amendment add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5577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Expected: list/status/summary counts update হবে।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Eden Resources ERP · Trade Finance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5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Trainer Closing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95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Class শেষ করার আগে verify করুন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017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প্রতিটি student Sales Contract form পূরণ করতে পারে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Type dropdown থেকে Sight এবং Usance explain করতে পারে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LC detail summary থেকে value/shipped/encashed/charges পড়তে পারে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Delivery, Charge, Amendment, Document আলাদা entry করতে পারে
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Noto Sans Bengali" pitchFamily="34" charset="0"/>
                <a:ea typeface="Noto Sans Bengali" pitchFamily="34" charset="-122"/>
                <a:cs typeface="Noto Sans Bengali" pitchFamily="34" charset="-120"/>
              </a:rPr>
              <a:t>• Status filter ব্যবহার করে pending/closed items identify করতে পারে</a:t>
            </a:r>
            <a:endParaRPr lang="en-US" sz="2000" dirty="0"/>
          </a:p>
        </p:txBody>
      </p:sp>
      <p:pic>
        <p:nvPicPr>
          <p:cNvPr id="7" name="Image 0" descr="/mnt/data/e792a813-9466-4302-bdfb-21f54b42073f.png">    </p:cNvPr>
          <p:cNvPicPr>
            <a:picLocks noChangeAspect="1"/>
          </p:cNvPicPr>
          <p:nvPr/>
        </p:nvPicPr>
        <p:blipFill>
          <a:blip r:embed="rId1"/>
          <a:srcRect l="0" r="0" t="32590" b="32590"/>
          <a:stretch/>
        </p:blipFill>
        <p:spPr>
          <a:xfrm>
            <a:off x="2743200" y="4846320"/>
            <a:ext cx="667512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Bengal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Bengal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Eden Resources ERP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Finance Training - Sales Contracts and LC</dc:title>
  <dc:subject>Eden Resources ERP Trade Finance training deck</dc:subject>
  <dc:creator>OpenAI</dc:creator>
  <cp:lastModifiedBy>OpenAI</cp:lastModifiedBy>
  <cp:revision>1</cp:revision>
  <dcterms:created xsi:type="dcterms:W3CDTF">2026-08-13T04:59:13Z</dcterms:created>
  <dcterms:modified xsi:type="dcterms:W3CDTF">2026-08-13T04:59:13Z</dcterms:modified>
</cp:coreProperties>
</file>